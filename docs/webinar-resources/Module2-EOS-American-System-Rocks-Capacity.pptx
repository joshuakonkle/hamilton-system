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WEBINAR MODULE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That Build Capacity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Under a Hamiltonian Filter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645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Entrepreneurial Operating System (EOS) Rocks as a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Ownership, Capacity Outcomes &amp; Weekly Focus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 that matters: Rocks as a system of focus and accountability — not only a list of goals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filter for capacity-linked Rocks versus cost/fill-only Rocks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failure-mode rule: a Rock that only wins by expanding permanent short-cycle temporary or visa labor on critical seats is a capacity risk, not a win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capacity Rocks hand off to Scorecard metrics and People seat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Continuing the EOS Series Arc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turn Vision into weekly execution. Capacity Rocks keep the system from optimizing cost while strength erodes.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/ V/TO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4028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as a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3212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2356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/ Workforce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on native Entrepreneurial Operating System (EOS) tools — not a claim that EOS practice is the American System.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as a System — Not Only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is the operating system: few Rocks, clear owners, weekly review, Identify/Discuss/Solve (IDS) when off track.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alone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wish list on a wall. Easy to write, easy to forget, no forced weekly accountability.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as a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0574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Owned, limited in number, reviewed in Level 10 (weekly leadership meeting). Unfinished work is Identify/Discuss/Solve (IDS)’d — not quietly dropped.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filter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0574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Rock builds capacity. No Rock wins only by expanding permanent short-cycle temporary or visa labor on critical seats.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that read as revenue, fill-rate, or cost cuts — with no capacity outcome attached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owned by spectators (HR, Finance) who cannot change seat design or process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(weekly leadership meeting) that skips red capacity Rocks when the cost line is still green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37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dependence on permanent short-cycle temporary or visa labor to hit the number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facts over aspirations. Yes / Partially / No is enough.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treat Rocks as a system (few, owned, reviewed in Level 10) — or only as an annual wish list?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at least one Rock explicitly tied to building capacity (pipeline, knowledge, critical seats, elevated process)?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any Rock assume permanent short-cycle temporary or visa labor coverage as the way to hit the number?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capacity Rock is red and cost is green, does Level 10 still Identify/Discuss/Solve (IDS) it?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capacity Rocks point toward a Scorecard metric and seats Module 5 would protect?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Competing Rock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FILL ROCKS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“Hit the number with flexible labor and lower cost.”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 often depend on expanding short-cycle temporary or visa labor on critical seats. Capacity risk stays off the Rock set. Level 10 celebrates green cost.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ROCKS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 capability that compounds and makes the operation harder to copy.”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4688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Rock builds pipeline, knowledge, or critical-seat strength. Operator owns it. Red capacity still gets Identify/Discuss/Solve (IDS) when cost is green.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Capacity-Linked Rock Looks Like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slogans — outcomes an operator can drive in a quarter.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21615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one veterans or internal pathway that produces candidates for a named critical seat family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933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199339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and transfer institutional knowledge for a process that currently resets every rotation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706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77063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short-cycle temporary or visa share on one critical seat family by a defined amount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47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54787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a low-value step and expand higher-skill American roles in design, maintenance, or improvement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 — Capacity Risk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STANDARD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Rock that can only be hit by expanding permanent short-cycle temporary or visa labor design on critical seats is treated as a capacity risk — not a win.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Rock status can hide eroding knowledge and weaker pipelines.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 ownership means nobody who can change seat design is accountable.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or reframe the Rock; put the risk on Issues; link a true capacity outcome instead.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Discipline Under the Filter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is the weekly leadership meeting. Native Level 10 stays. The filter changes what gets Identify/Discuss/Solve (IDS)’d when numbers conflict.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Rocks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27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to focus; not so many that capacity work disappears under noise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owners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04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who can change process, seats, or pipeline — not only report status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when cost is green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81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capacity Rocks still get IDS time; green cost is not a free pass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Hand-off language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58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Rocks name a metric direction (Module 3) and a seat family (Module 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Highest-Leverage Moves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the 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current Rocks. Mark capacity-linked vs cost/fill only. Flag any that depend on permanent short-cycle temporary or visa labor design.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rewrite 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capacity Rock with an operator owner and a due date — pipeline, knowledge, critical seat, or elevated process.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it in Level 10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429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that Rock is red and cost is green, Identify/Discuss/Solve (IDS) it anyway. Link metric and seat placeholders for Modules 3 and 5.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Rocks Into the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Vision/Traction Organizer (V/TO)  →  Rocks  →  Scorecard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Core Processes  →  People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Rocks make Scorecard and People work real instead of decorative.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3716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 the United States is not workforce-neutral.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design either builds lasting productive capacity or rents weakness.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free companion (diagnostic + 90-day outline) · Module 3 Scorecard · paid 90-Day Sprint for deeper execution support.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@7SwanSwimming  ·  512-423-5448  ·  joshua@digitalknowledge.net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Digital Knowledge / Patriots Locked In and In Control.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EOS Module 2 — Rocks That Build Capacity</dc:title>
  <dc:subject>PptxGenJS Presentation</dc:subject>
  <dc:creator>Joshua Konkle</dc:creator>
  <cp:lastModifiedBy>Joshua Konkle</cp:lastModifiedBy>
  <cp:revision>1</cp:revision>
  <dcterms:created xsi:type="dcterms:W3CDTF">2026-08-15T21:14:08Z</dcterms:created>
  <dcterms:modified xsi:type="dcterms:W3CDTF">2026-08-15T21:14:08Z</dcterms:modified>
</cp:coreProperties>
</file>