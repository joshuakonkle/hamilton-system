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MODULE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Your Business Model Canvas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Hamiltonian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64592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Sovereign American Capability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247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frame for evaluating workforce and production-location decisions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47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diagnostic questions you can use immediately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706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for updating your Business Model Canvas with productive sovereignty principles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2900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93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list of high-leverage next steps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Pressures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161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Capability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developing and retaining high-skill American talent in critical roles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2161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Production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to restore or expand domestic productive capacity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620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Environment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and tariff uncertainty reshaping cost and risk calculations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8620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Path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2461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raise productivity without temporary or non-sovereign labor arbitrage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Productive Pragmatism Frame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financialization and labor arbitrage toward productive sovereignty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Productive 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3441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control critical capabilities inside the United States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&amp; Capability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1671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real skill among American citizens with long-term stake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Improvement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990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flows toward domestic capacity, not temporary labor extraction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Process, Place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8130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High-capability American workers + advanced processes + domestic locations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Pipelines Under Pressure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reliance on temporary or short-cycle non-sovereign labor undermines institutional knowledge, innovation culture, and creative problem-solving. Genius-level talent is welcome; routine temporary labor is not a substitute for sovereign capability.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Which roles are truly critical to productive capacity over the next 3–5 years?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Where do we currently lose people, and why?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54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percentage of skilled roles are filled by long-term American workers vs. temporary labor?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381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How aligned is our local talent ecosystem with actual needs?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22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Are we building a workforce that compounds knowledge, or one that resets every few years?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as the Real Cost Reducer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Elevator Analogy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decades buildings required full-time elevator operators. The innovation was not to find cheaper operators — it was to redesign the system so passengers could operate it themselves.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role disappeared. Costs fell. Human effort shifted to higher-value 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8288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91440" cy="1828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logic applies across manufacturing and operations: the highest-leverage cost reductions come from innovations that eliminate low-value activity and move American workers into more productive roles — not from endlessly arbitraging the price of labor.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Location &amp; Domestic Capacity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Hamiltonian priority: strengthen domestic productive capacity whenever feasible.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5760" cy="3657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true total cost and strategic risk of relying on non-domestic production?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365760" cy="3657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capabilities must we control inside the United States to remain competitive and resilient?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65760" cy="3657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788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location decision affect our ability to develop and retain a long-term American workforce?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365760" cy="3657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520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choice strengthen or weaken the domestic productive base?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 + Hamiltonian Lens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776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Resources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American workforce, domestic assets, reliable energy/infrastructure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39776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lasting domestic capability, quality, innovation, and resilience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39776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Reliability, quality, speed, innovation, reduced risk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560320"/>
            <a:ext cx="397764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200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durable capacity; reduce cost via innovation, not temporary labor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16128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diagnostic questions on your critical workforce segments — with explicit attention to temporary vs. long-term American capability.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2585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 one major production or supplier decision against the goal of strengthening domestic productive capacity.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35584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Key Resources and Key Activities sections of your Business Model Canvas with a productive-sovereignty filter.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Five-Module Series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16002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28016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76272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as a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128016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13632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+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128016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50992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Streams / Lean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28016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554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88352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Strategy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3716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would like support turning these ideas into a concrete 90-day plan,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deeper workshop, or ongoing Chief of Staff-style implementation help,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out directly.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@7SwanSwimming  ·  512-423-5448  ·  joshua@digitalknowledge.net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Digital Knowledge / Patriots Locked In and In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Hamiltonian Business Model Canvas</dc:title>
  <dc:subject>Updating Your Business Model Canvas for the Hamiltonian System</dc:subject>
  <dc:creator>Joshua Konkle</dc:creator>
  <cp:lastModifiedBy>Joshua Konkle</cp:lastModifiedBy>
  <cp:revision>1</cp:revision>
  <dcterms:created xsi:type="dcterms:W3CDTF">2026-08-17T14:35:53Z</dcterms:created>
  <dcterms:modified xsi:type="dcterms:W3CDTF">2026-08-17T14:35:53Z</dcterms:modified>
</cp:coreProperties>
</file>