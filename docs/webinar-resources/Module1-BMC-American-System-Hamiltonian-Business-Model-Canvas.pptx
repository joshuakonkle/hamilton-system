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MODULE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Updating Your Business Model Canvas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Hamiltonian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Sovereign American Capability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·  Chief of Staff Strategist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Leave With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frame for evaluating workforce and production-location decisions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diagnostic questions you can use immediately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for updating your Business Model Canvas with productive sovereignty principles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73152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 of high-leverage next steps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Pressures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25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Capability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Difficulty developing and retaining high-skill American talent in critical roles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4023360" cy="1325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8348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Production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691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to restore or expand domestic productive capacity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4023360" cy="1325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Environment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and tariff uncertainty reshaping cost and risk calculations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4023360" cy="1325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Path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to raise productivity without temporary or non-sovereign labor arbitrage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Productive Pragmatism Frame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financialization and labor arbitrage toward productive sovereignty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188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Productive Base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control critical capabilities inside the United States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&amp; Capability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31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real skill among American citizens with long-term stake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8346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 Improvement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3154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flows toward domestic capacity, not temporary labor extraction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6576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Process, Place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9776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High-capability American workers + advanced processes + domestic locations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Pipelines Under Pressure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reliance on temporary or short-cycle non-sovereign labor undermines institutional knowledge, innovation culture, and creative problem-solving. Genius-level talent is welcome; routine temporary labor is not a substitute for sovereign capability.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Questions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Which roles are truly critical to productive capacity over the next 3–5 years?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Where do we currently lose people, and why?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What percentage of skilled roles are filled by long-term American workers vs. temporary labor?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How aligned is our local talent ecosystem with actual needs?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Are we building a workforce that compounds knowledge, or one that resets every few years?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as the Real Cost Reducer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1089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25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Elevator Analogy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decades buildings required full-time elevator operators. The innovation was not to find cheaper operators — it was to redesign the system so passengers could operate it themselves.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role disappeared. Costs fell. Human effort shifted to higher-value work.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logic applies across manufacturing and operations: the highest-leverage cost reductions come from innovations that eliminate low-value activity and move American workers into more productive roles — not from endlessly arbitraging the price of labor.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Location &amp; Domestic Capacity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Hamiltonian priority: strengthen domestic productive capacity whenever feasible.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20040" cy="3200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true total cost and strategic risk of relying on non-domestic production?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320040" cy="3200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05740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capabilities must we control inside the United States to remain competitive and resilient?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location decision affect our ability to develop and retain a long-term American workforce?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320040" cy="3200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520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choice strengthen or weaken the domestic productive base?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 + Hamiltonian Lens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solidFill>
            <a:srgbClr val="F7F7F7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886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Resources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1612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American workforce, domestic assets, reliable energy/infrastructure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556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Activities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029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lasting domestic capability, quality, innovation, and resilience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777240"/>
          </a:xfrm>
          <a:prstGeom prst="rect">
            <a:avLst/>
          </a:prstGeom>
          <a:solidFill>
            <a:srgbClr val="F7F7F7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24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8986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Reliability, quality, speed, innovation, reduced risk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Structure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in durable capacity; reduce cost via innovation, not temporary labor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Highest-Leverage Moves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10515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diagnostic questions on your critical workforce segments — with explicit attention to temporary vs. long-term American capability.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21488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Re-evaluate one major production or supplier decision against the goal of strengthening domestic productive capacity.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640080" cy="6400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3246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the Key Resources and Key Activities sections of your Business Model Canvas with a productive-sovereignty filter.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Five-Module Series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600200" cy="2194560"/>
          </a:xfrm>
          <a:prstGeom prst="rect">
            <a:avLst/>
          </a:prstGeom>
          <a:solidFill>
            <a:srgbClr val="111111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554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Module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03120" y="1371600"/>
            <a:ext cx="1600200" cy="219456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554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94560" y="21945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OKRs as a System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31089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0" y="1371600"/>
            <a:ext cx="1600200" cy="219456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1554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931920" y="21945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 + 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77840" y="1371600"/>
            <a:ext cx="1600200" cy="219456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554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1945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Streams / Lean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1600200" cy="2194560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1554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06640" y="219456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would like support turning these ideas into a concrete 90-day plan,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deeper workshop, or ongoing Chief of Staff-style implementation help,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out directly.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@7SwanSwimming  ·  512-423-5448  ·  joshua@digitalknowledge.net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Your Business Model Canvas for the Hamiltonian System</dc:title>
  <dc:subject>Webinar Module 1 – Building Sovereign American Capability</dc:subject>
  <dc:creator>Joshua Konkle</dc:creator>
  <cp:lastModifiedBy>Joshua Konkle</cp:lastModifiedBy>
  <cp:revision>1</cp:revision>
  <dcterms:created xsi:type="dcterms:W3CDTF">2026-08-05T18:00:27Z</dcterms:created>
  <dcterms:modified xsi:type="dcterms:W3CDTF">2026-08-05T18:00:27Z</dcterms:modified>
</cp:coreProperties>
</file>