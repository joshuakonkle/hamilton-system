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MODULE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Your OKRs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Hamiltonian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Aligning Priorities with Sovereign American Capability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on the difference between goals and the OKR system that effectuats them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 for redesigning OKRs around productive sovereignty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examples of rewritten Objectives and Key Results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exercise you can run with your leadership team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Distinction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are not the goals themselves.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a system for translating direction into coordinated execution.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system is aimed at the wrong outcomes, even strong effort produces misaligned results.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current OKR systems still optimize for short-term cost reduction, activity volume, or pure financial metrics — the same logic the financialization era rewarded.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Productive Pragmatism Frame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system used to drive execution — including OKRs — must be re-oriented to these principles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Productive 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control critical capabilities inside the United States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&amp; Capability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real skill among American citizens with long-term stake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Improvement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flows toward domestic capacity, not temporary labor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Place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High-capability American workers + advanced processes + domestic locations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Reality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temporary or short-cycle non-sovereign labor for core roles often undermines institutional knowledge, innovation culture, and creative problem-solving.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 for the OKR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Which roles are truly critical to productive capacity over the next 3–5 years?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percentage of those roles are filled by long-term American workers vs. temporary labor?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Are our current OKRs reinforcing long-term capability or simply managing short-term headcount?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Do our Key Results reward capability growth and innovation, or only cost and speed-to-fill?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Domestic Capacity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Hamiltonian priority: strengthen domestic productive capacity whenever feasible.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location choice increase or decrease long-term domestic capability?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2860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affect our ability to set and achieve meaningful goals around workforce quality and innovation?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2004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treating non-domestic options as temporary bridges toward greater American capacity, or as permanent low-cost substitutes?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Redesign Principles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Clarifying the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= directional goals    ·    Key Results = measurable evidence of progress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as a whole = the operating system that translates strategy into coordinated execution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Hamiltonian Redesign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Objectives should explicitly strengthen domestic productive capacity, sovereign workforce development, and innovation-driven productivity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Key Results should measure capability growth, retention of high-skill American talent, expansion of domestic capacity, and genuine process or technology innovation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Avoid Key Results that only reward lower unit labor cost or maximum headcount flexibility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023360" cy="173736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production labor cost by 12%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4023360" cy="1737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the share of critical production roles filled by long-term American talent while improving output per labor hour through process innovation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100% of open technical roles within 45 days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154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graduate internal or partnership pipelines that supply critical technical roles with American workers within 12 months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Example – Robotics &amp; Higher-Skill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or industrial robotics that handle repetitive physical tasks can reduce dependence on low-skill temporary labor while creating higher-skill American roles in: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Robotics engineering &amp; systems integration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Maintenance and continuous improvement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Process control and optimization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OKR system should reward measurable gains in productivity that expand high-capability domestic employment — not headcount reduction alone.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current company or departmental OKR.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Re-write the Objective and its Key Results so the system now drives productive sovereignty rather than labor arbitrage or short-term financial metrics.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Does this OKR strengthen domestic capability and high-skill American roles, or does it simply optimize for cheaper or more flexible labor?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your current top-level OKRs and identify which ones still optimize for labor arbitrage or pure cost extraction.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Re-write at least one major OKR so the system explicitly rewards domestic capability, American workforce development, and innovation-driven productivity.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640080" cy="6400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the redesigned OKRs with the Business Model Canvas updates covered in Module 1.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Series Arc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 →  OKRs  →  Operating Model  →  Value Streams  →  Workforce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would like support turning these ideas into a concrete 90-day execution plan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ongoing Chief of Staff-style implementation help, reach out directly.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@7SwanSwimming  ·  512-423-5448  ·  joshua@digitalknowledge.net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Updating Your OKRs for the Hamiltonian System</dc:title>
  <dc:subject>Webinar Module 2 – Aligning Priorities with Sovereign American Capability</dc:subject>
  <dc:creator>Joshua Konkle</dc:creator>
  <cp:lastModifiedBy>Joshua Konkle</cp:lastModifiedBy>
  <cp:revision>1</cp:revision>
  <dcterms:created xsi:type="dcterms:W3CDTF">2026-08-06T04:18:37Z</dcterms:created>
  <dcterms:modified xsi:type="dcterms:W3CDTF">2026-08-06T04:18:37Z</dcterms:modified>
</cp:coreProperties>
</file>