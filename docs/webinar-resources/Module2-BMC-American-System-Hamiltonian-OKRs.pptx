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MODULE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Updating Your OKRs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Hamiltonian System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645920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063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Priorities with Sovereign American Capability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·  Chief of Staff Strategist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Will Leave With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6868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3327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on the difference between goals and the OKR system that effectuates them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562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frame for redesigning OKRs around productive sovereignty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1460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7919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examples of rewritten Objectives and Key Results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33756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5021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exercise you can run with your leadership team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Critical Distinction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OKRs are not the goals themselves.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a system for translating direction into coordinated execution.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03120"/>
            <a:ext cx="91440" cy="20116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317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system is aimed at the wrong outcomes, even strong effort produces misaligned results.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current OKR systems still optimize for short-term cost reduction, activity volume, or pure financial metrics — the same logic the financialization era rewarded.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Productive Pragmatism Frame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system used to drive execution — including OKRs — must be re-oriented to these principles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00584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Productive Base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801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control critical capabilities inside the United States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82880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Merit &amp; Capability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1031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real skill among American citizens with long-term stake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72491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265176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Directed Improvement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9260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and effort flow toward domestic capacity, not temporary labor extraction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478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347472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Process, Place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34440" y="37490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High-capability American workers + advanced processes + domestic locations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Reality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8229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reliance on temporary or short-cycle non-sovereign labor for core roles often undermines institutional knowledge, innovation culture, and creative problem-solving.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Questions for the OKR System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Which roles are truly critical to productive capacity over the next 3–5 years?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What percentage of those roles are filled by long-term American workers vs. temporary labor?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Are our current OKRs reinforcing long-term capability or simply managing short-term headcount?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566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Do our Key Results reward capability growth and innovation, or only cost and speed-to-fill?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Domestic Capacity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Hamiltonian priority: strengthen domestic productive capacity whenever feasible.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65760" cy="36576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630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4173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location choice increase or decrease long-term domestic capability?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331720"/>
            <a:ext cx="365760" cy="36576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774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3317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it affect our ability to set and achieve meaningful goals around workforce quality and innovation?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246120"/>
            <a:ext cx="365760" cy="36576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291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2461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we treating non-domestic options as temporary bridges toward greater American capacity, or as permanent low-cost substitutes?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 Redesign Principles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 = directional goals    ·    Key Results = measurable evidence of progress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OKRs as a whole = the operating system that translates strategy into coordinated execution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73152" cy="82296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544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 should explicitly strengthen domestic productive capacity, sovereign workforce development, and innovation-driven productivity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77440"/>
            <a:ext cx="73152" cy="82296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514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Results should measure capability growth, retention of high-skill American talent, expansion of domestic capacity, and genuine process or technology innovation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33756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337560"/>
            <a:ext cx="73152" cy="82296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74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Key Results that only reward lower unit labor cost or maximum headcount flexibility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Examples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3931920" cy="1691640"/>
          </a:xfrm>
          <a:prstGeom prst="roundRect">
            <a:avLst>
              <a:gd name="adj" fmla="val 3243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868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production labor cost by 12%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731520"/>
            <a:ext cx="3931920" cy="1691640"/>
          </a:xfrm>
          <a:prstGeom prst="roundRect">
            <a:avLst>
              <a:gd name="adj" fmla="val 3243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868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37760" y="118872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the share of critical production roles filled by long-term American talent while improving output per labor hour through process innovation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3931920" cy="1691640"/>
          </a:xfrm>
          <a:prstGeom prst="roundRect">
            <a:avLst>
              <a:gd name="adj" fmla="val 3243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432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06324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100% of open technical roles within 45 days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2606040"/>
            <a:ext cx="3931920" cy="1691640"/>
          </a:xfrm>
          <a:prstGeom prst="roundRect">
            <a:avLst>
              <a:gd name="adj" fmla="val 3243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7432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306324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graduate internal or partnership pipelines that supply critical technical roles with American workers within 12 months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Example – Robotics &amp; Higher-Skill Work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or industrial robotics that handle repetitive physical tasks can reduce dependence on low-skill temporary labor while creating higher-skill American roles in: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Robotics engineering &amp; systems integration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Maintenance and continuous improvement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Process control and optimization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8229600" cy="1097280"/>
          </a:xfrm>
          <a:prstGeom prst="roundRect">
            <a:avLst>
              <a:gd name="adj" fmla="val 5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200400"/>
            <a:ext cx="91440" cy="10972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832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OKR system should reward measurable gains in productivity that expand high-capability domestic employment — not headcount reduction alone.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one current company or departmental OKR.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Re-write the Objective and its Key Results so the system now drives productive sovereignty rather than labor arbitrage or short-term financial metrics.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8803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Does this OKR strengthen domestic capability and high-skill American roles, or does it simply optimize for cheaper or more flexible labor?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Highest-Leverage Moves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247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your current top-level OKRs and identify which ones still optimize for labor arbitrage or pure cost extraction.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219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21488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Re-write at least one major OKR so the system explicitly rewards domestic capability, American workforce development, and innovation-driven productivity.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1927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the redesigned OKRs with the Business Model Canvas updates covered in Module 1.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371600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  →  OKRs  →  Operating Model  →  Value Streams  →  Workforce Strategy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would like support turning these ideas into a concrete 90-day plan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ongoing Chief of Staff-style implementation help, reach out directly.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@7SwanSwimming  ·  512-423-5448  ·  joshua@digitalknowledge.net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Digital Knowledge / Patriots Locked In and In Control.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Hamiltonian OKRs</dc:title>
  <dc:subject>PptxGenJS Presentation</dc:subject>
  <dc:creator>Joshua Konkle</dc:creator>
  <cp:lastModifiedBy>Joshua Konkle</cp:lastModifiedBy>
  <cp:revision>1</cp:revision>
  <dcterms:created xsi:type="dcterms:W3CDTF">2026-08-17T14:49:38Z</dcterms:created>
  <dcterms:modified xsi:type="dcterms:W3CDTF">2026-08-17T14:49:38Z</dcterms:modified>
</cp:coreProperties>
</file>