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WEBINAR MODULE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That Elevates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Processes Under a Hamiltonian Filter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645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Entrepreneurial Operating System (EOS) Core Processes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· Followed · Capability-Building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Chief of Staff Strategist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Leave With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native Entrepreneurial Operating System (EOS) Core Processes under a Hamiltonian filter — without rewriting EOS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Elevator logic: improvement that elevates work into higher-skill roles, not only cuts hours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failure-mode rule: no critical process step designed to work only with permanent short-cycle temporary or visa labor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73152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hand-off to Scorecard metrics (Module 3) and seat design (Module 5)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Continuing the EOS Series Arc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is where capacity is either locked into the work or left dependent on rented labor.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/ V/TO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Rocks as a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2356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1280160"/>
            <a:ext cx="1554480" cy="2011680"/>
          </a:xfrm>
          <a:prstGeom prst="roundRect">
            <a:avLst>
              <a:gd name="adj" fmla="val 4706"/>
            </a:avLst>
          </a:prstGeom>
          <a:solidFill>
            <a:srgbClr val="F7F7F5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/ Workforce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on native Entrepreneurial Operating System (EOS) tools — not a claim that EOS practice is the American System.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Hamiltonian Filter on 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either design processes that build lasting capability or we design processes that depend on rented capacity.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and followed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81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processes are identified, written simply, and actually used — not posted once and ignored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Elevation, not only elimination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58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aims to elevate work into higher-skill design, maintenance, or system roles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permanent rented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35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steps are not designed so they only work with permanent short-cycle temporary or visa labor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uses process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13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breaks, Level 10 (weekly leadership meeting) uses process clarity — not only “try harder” or “hire faster”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processes exist only in people’s heads — or in binders nobody follows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“Improvements” that only cut hours or headcount without elevating skill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steps that only work when short-cycle temporary or visa labor covers them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7F7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37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(weekly leadership meeting) that skips process and jumps straight to hire or overtime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facts over aspirations. Yes / Partially / No is enough.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core processes identified, documented simply, and actually followed?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process improvement aim to elevate work into higher-skill roles — or only to cut hours?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any critical process step designed so it only works with permanent short-cycle temporary or visa labor?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breaks, does Level 10 use process clarity in Identify/Discuss/Solve (IDS) — or only “hire faster”?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at least one process fix point at a capacity metric (Module 3) or a seat family (Module 5)?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Competing Process Models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/ RENT PROCESS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“Remove hours and keep flexible labor on the critical steps.”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targets cost and speed. Critical steps stay dependent on permanent short-cycle temporary or visa labor. Knowledge never compounds.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 PROCESS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“Redesign steps so work moves into higher-skill American roles and knowledge stays.”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25146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Documented, followed, elevated. Short-cycle temporary or visa labor is bridge only — never permanent design for critical steps.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Elevator Logic — Elevation vs. Cheaper Operators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buildings no longer needed a dedicated elevator operator, value moved into design, controls, and upkeep — not into “cheaper operators forever.”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651760"/>
          </a:xfrm>
          <a:prstGeom prst="roundRect">
            <a:avLst>
              <a:gd name="adj" fmla="val 2069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same logic to Core Processes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improvement that only removes hours still thinks like cheaper operators. Process improvement that elevates work redesigns the step so higher-skill American roles design, maintain, and improve the system — and institutional knowledge compounds instead of resetting every rotation.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Short-cycle temporary or visa labor on a critical step is labeled bridge — never permanent process design.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 — Process That Rents Weakness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STANDARD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core process is designed so that critical steps only work with permanent short-cycle temporary or visa labor coverage. Where that labor appears, it is labeled bridge — not permanent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 that only runs on rented capacity never builds lasting productive strength.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Undocumented steps hide dependence until a rotation ends and knowledge is gone.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73152" cy="3657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one process; elevate one step; time-box or remove permanent short-cycle temporary or visa labor design on critical steps.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Uses Process — Not Only Hire Faster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10 is the weekly leadership meeting. Identify/Discuss/Solve (IDS) should reach process before defaulting to headcount.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process in play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27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delivery breaks, pull the one-page process — not only tribal memory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the step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04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step failed; discuss elevation vs. pure cut; solve with a design change when possible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vs permanent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81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short-cycle temporary or visa labor is involved, label it bridge and set an exit or redesign path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Hand-off language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58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fixes name a metric direction (Module 3) and a seat family (Module 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Highest-Leverage Moves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868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one core 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page, followable in live work. Identify steps that touch critical delivery or knowledge.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 one step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 so work moves into higher-skill design, maintenance, or improvement — not only fewer hours.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bridge vs permanent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any critical step that only works as permanent short-cycle temporary or visa labor design. Time-box or remove that assumption.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|  Chief of Staff Strategist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Process Into the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Vision/Traction Organizer (V/TO)  →  Rocks  →  Scorecard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Core Processes  →  People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that elevates work makes People and Scorecard measure real strength.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3716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 the United States is not workforce-neutral.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design either builds lasting productive capacity or rents weakness.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free companion (diagnostic + 90-day outline) · Module 5 People · paid 90-Day Sprint for deeper execution support.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Joshua Konkle  ·  @7SwanSwimming  ·  512-423-5448  ·  joshua@digitalknowledge.net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Digital Knowledge / Patriots Locked In and In Control.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EOS Module 4 — Process That Elevates Work</dc:title>
  <dc:subject>PptxGenJS Presentation</dc:subject>
  <dc:creator>Joshua Konkle</dc:creator>
  <cp:lastModifiedBy>Joshua Konkle</cp:lastModifiedBy>
  <cp:revision>1</cp:revision>
  <dcterms:created xsi:type="dcterms:W3CDTF">2026-08-15T21:43:15Z</dcterms:created>
  <dcterms:modified xsi:type="dcterms:W3CDTF">2026-08-15T21:43:15Z</dcterms:modified>
</cp:coreProperties>
</file>