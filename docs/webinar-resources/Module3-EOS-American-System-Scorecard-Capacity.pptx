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WEBINAR MODULE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That Measures Capacity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 a Hamiltonian Filter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Operating System (EOS) Scorecard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Capacity Metrics &amp; Weekly 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that the Scorecard is the weekly truth system — reviewed in Level 10 (weekly leadership meeting) and able to trigger Identify/Discuss/Solve (IDS)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locked capacity metrics (verbatim) that belong on the live Scorecard for a named critical seat family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green cost or fill-rate is not success when any capacity metric is red or missing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ownership and soft hand-off to Rocks (Module 2) and People (Module 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the EOS Series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makes capacity visible weekly. Without it, capacity Rocks and seat design stay optional.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V/TO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Workforce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native Entrepreneurial Operating System (EOS) tools — not a claim that EOS practice is the American System.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Filter on the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either score strength that compounds or we score cost that can hide weakness.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is reviewed in Level 10 and triggers Identify/Discuss/Solve (IDS) — not only archived after the meeting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owners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owned by people who can change the number — not only Finance or HR as spectators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metrics live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locked metrics on a named critical seat family appear on the live Scorecard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cost is not enough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13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green cost/fill line does not equal success when any capacity metric is red or missing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Scorecards heavy on revenue, margin, and fill-rate — light or silent on capacity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owned by spectators who cannot change seats, pipelines, or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cost coexisting with weak or absent capacity lines for critical seats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(weekly leadership meeting) that never Identify/Discuss/Solve (IDS)’s capacity when cost looks fine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facts over aspirations. Yes / Partially / No is enough.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Scorecard reviewed in Level 10 and does it actually trigger Identify/Discuss/Solve (IDS)?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metrics owned by operators who can change the number — not only by Finance or HR?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named critical seat family, are the three locked capacity metrics on the live Scorecard?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leadership accept that green cost/fill is not success when any capacity metric is red or missing?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point to a period where cost looked fine and capacity was already slipping?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Scorecard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FILL SCORECARD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cost and fill are green, we are winning.”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lines are missing or ignored. Permanent short-cycle temporary or visa labor on critical seats never appears as a red number. Level 10 celebrates the wrong scoreboard.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SCORECARD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capacity is red, we are not winning — even when cost is green.”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locked metrics live with operator owners. Red capacity triggers Identify/Discuss/Solve (IDS). Cost stays visible but no longer overrules strength.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Capacity Metrics (Verbatim)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named critical seat family, put these on the live Scorecard — operator owners, not spectators.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health for a named critical seat family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of institutional knowledge in critical seats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critical seats held by long-term American workers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cost/fill is not success when any of these is red or missing.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— Wrong Scoreboard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Scorecard does not treat cheap fill-rate or headcount speed as a win when critical seats remain on permanent short-cycle temporary or visa labor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score is what the organization optimizes.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capacity metrics make weakness invisible until knowledge is already gone.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three locked metrics live; name operator owners; IDS red capacity even when cost is green.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+ Identify/Discuss/Solve (IDS)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is the weekly leadership meeting. IDS is Identify, Discuss, Solve — the problem-solving path when a number is off.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capacity 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metrics are on the same Scorecard pass as cost and activity — not a separate optional appendix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red capacity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capacity metric is red and cost is green, Level 10 still Identify/Discuss/Solve (IDS)’s the capacity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Operator, not spectator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on the Scorecard can change pipeline, seats, or process — not only report the number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Rocks and People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ties to a Rock (Module 2) and the named seat family (Module 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three live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named critical seat family, add the three locked capacity metrics (verbatim) to the live Scorecard with operator owners.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scoreboard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which lines are cost/fill and which are capacity. Agree green cost is not success when capacity is 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once on purpose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next Level 10, Identify/Discuss/Solve (IDS) a capacity gap even if cost is green. Document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Scorecard Into the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Vision/Traction Organizer (V/TO)  →  Rocks  →  Scorecard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Processes  →  People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score weekly is what the organization protects.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 the United States is not workforce-neutral.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 either builds lasting productive capacity or rents weakness.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free companion (diagnostic + 90-day outline) · Module 4 Core Processes · paid 90-Day Sprint for deeper execution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 Module 3 — Scorecard That Measures Capacity</dc:title>
  <dc:subject>PptxGenJS Presentation</dc:subject>
  <dc:creator>Joshua Konkle</dc:creator>
  <cp:lastModifiedBy>Joshua Konkle</cp:lastModifiedBy>
  <cp:revision>1</cp:revision>
  <dcterms:created xsi:type="dcterms:W3CDTF">2026-08-15T21:16:41Z</dcterms:created>
  <dcterms:modified xsi:type="dcterms:W3CDTF">2026-08-15T21:16:41Z</dcterms:modified>
</cp:coreProperties>
</file>