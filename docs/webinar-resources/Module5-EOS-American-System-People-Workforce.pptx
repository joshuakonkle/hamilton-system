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WEBINAR MODULE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as Productive Capacity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Under a Hamiltonian Filter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645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Operating System (EOS) People Component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Seats, Pipelines &amp; Productive Strength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on using the Entrepreneurial Operating System (EOS) People component under a Hamiltonian filter — without rewriting EOS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required design choice: name at least one critical seat family that will not be designed as permanent short-cycle temporary or visa labor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Gets it / Wants it / Capacity to do it (GWC) plus one American System question changes seat design without changing the People Analyzer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capacity metrics that belong on the Scorecard, and a live sovereign-workforce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EOS Series Arc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this point the full arc is clear: Vision through People under one capacity filter.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/ V/TO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/ Workforce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on native Entrepreneurial Operating System (EOS) tools — not a claim that EOS practice is the American System.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Filter on People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design is one of the primary ways an organization builds or erodes long-term productive capacity.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seats controlled and staffed for lasting capability inside the United States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skill among people with long-term stake — not only fill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development of American talent as investment in productive capacity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13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design, process, and location decisions reinforce one another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developing and retaining skilled trades and technical talent among American workers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dependence on short-cycle temporary or visa labor for core seats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institutional knowledge every time a short-cycle rotation ends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continuous-improvement capacity that never compounds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leadership team should be able to answer these: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seat families are truly critical to productive capacity over the next 3–5 years?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share of those seats is held by long-term American workers versus short-cycle temporary or visa labor?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have deliberate pipelines that produce American talent for those seats?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measuring success by capability growth and knowledge retention — or primarily by time-to-fill and labor cost?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we named at least one critical seat family that will not be designed as permanent short-cycle temporary or visa labor?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Competing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SHORT-CYCLE LABOR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we keep the seats filled at the lowest possible cost?”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speed-to-fill, cost-per-hire, and maximum labor flexibility — often via permanent short-cycle temporary or visa labor on critical seats.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CAPABILITY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we build a workforce that gets better every year and makes the operation harder to copy?”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5146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compounding capability, knowledge retention, and high-skill American talent in critical seats.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GWC + One American System Question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it, Wants it, Capacity to do it (GWC) is the native People Analyzer. The filter is one additional question after GWC — analyzer unchanged.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the seat, the process, and the standards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39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13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wants the responsibility and the 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163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to do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capacity to perform at the required level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935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System question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679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seat design reduce dependence on short-cycle temporary or visa labor and build institutional knowledge that stays?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Workforce in 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Transportation  ·  Freedom Haulers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treating commercial driver’s license (CDL) roles as a permanent temporary-labor problem, the department is actively removing non-sovereign drivers and expanding pathways for American veterans who already hold the relevant experience through programs such as Freedom Haulers.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approach strengthens the domestic workforce and contributes to a more secure supply chain. It is what a sovereign workforce strategy looks like in practice: identify the critical capability, stop defaulting to short-cycle temporary or visa labor, and deliberately build an American pipeline that compounds skill and reliability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logic: when elevators no longer needed a dedicated operator, value moved into design, controls, and upkeep — elevate work into higher-skill American roles, do not only eliminate hours.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Capacity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named critical seat family, put these on the live Scorecard — operator owners, not spectators.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health for a named critical seat family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of institutional knowledge in critical seats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critical seats held by long-term American workers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cost/fill is not success when any of these is red or missing.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Design Choice + Highest-Leverage Moves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at least one critical seat family that will not be designed as a permanent short-cycle temporary or visa labor seat. Treat any remaining permanent design as a capacity risk, not a neutral staffing choice.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two or three seat families most critical to long-term productive capacity and measure short-cycle temporary or visa labor dependence.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one concrete pipeline action that begins reducing that dependence within 12 months.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People design with the full EOS arc: Vision/Traction Organizer (V/TO) → Rocks → Scorecard → Core Processes → People.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Complete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Vision/Traction Organizer (V/TO)  →  Rocks  →  Scorecard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Core Processes  →  People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tool points in the same direction — building sovereign American productive capability.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 the United States is not workforce-neutral.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design either builds lasting productive capacity or rents weakness.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free companion (diagnostic + 90-day outline) · paid 90-Day Sovereign Capacity Sprint for deeper execution support.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@7SwanSwimming  ·  512-423-5448  ·  joshua@digitalknowledge.net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EOS Module 5 — Workforce as Productive Capacity</dc:title>
  <dc:subject>PptxGenJS Presentation</dc:subject>
  <dc:creator>Joshua Konkle</dc:creator>
  <cp:lastModifiedBy>Joshua Konkle</cp:lastModifiedBy>
  <cp:revision>1</cp:revision>
  <dcterms:created xsi:type="dcterms:W3CDTF">2026-08-15T21:16:41Z</dcterms:created>
  <dcterms:modified xsi:type="dcterms:W3CDTF">2026-08-15T21:16:41Z</dcterms:modified>
</cp:coreProperties>
</file>