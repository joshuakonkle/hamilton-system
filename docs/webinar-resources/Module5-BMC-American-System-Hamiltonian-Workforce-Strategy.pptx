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MODULE 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 Sovereign American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Strategy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1645920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063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Pipelines &amp; Productive Capability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4160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·  Chief of Staff Strategist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Will Leave With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86868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03327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on the difference between managing headcount and building sovereign capability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562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practical frame for redesigning workforce strategy around American talent pipelines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51460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67919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policy example of sovereign workforce action in progress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33756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5021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exercise to map one critical role family and begin building a real pipeline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Completing the Series Arc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this point the full arc is clear: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1600200" cy="2286000"/>
          </a:xfrm>
          <a:prstGeom prst="roundRect">
            <a:avLst>
              <a:gd name="adj" fmla="val 457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6459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8912" y="22860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Canvas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03120" y="1371600"/>
            <a:ext cx="1600200" cy="2286000"/>
          </a:xfrm>
          <a:prstGeom prst="roundRect">
            <a:avLst>
              <a:gd name="adj" fmla="val 457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16459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176272" y="22860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OKRs as a 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371600"/>
            <a:ext cx="1600200" cy="2286000"/>
          </a:xfrm>
          <a:prstGeom prst="roundRect">
            <a:avLst>
              <a:gd name="adj" fmla="val 457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16459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913632" y="22860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 + AI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577840" y="1371600"/>
            <a:ext cx="1600200" cy="2286000"/>
          </a:xfrm>
          <a:prstGeom prst="roundRect">
            <a:avLst>
              <a:gd name="adj" fmla="val 457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16459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650992" y="22860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Streams / Lean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1371600"/>
            <a:ext cx="1600200" cy="2286000"/>
          </a:xfrm>
          <a:prstGeom prst="roundRect">
            <a:avLst>
              <a:gd name="adj" fmla="val 4571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1371600"/>
            <a:ext cx="1600200" cy="73152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0" y="16459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388352" y="22860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Strategy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Productive Pragmatism Frame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strategy is no longer a support function — it is one of the primary ways an organization builds or erodes long-term competitive position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00584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Productive Base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801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control critical capabilities inside the United States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9019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82880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Merit &amp; Capability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1031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real skill among American citizens with long-term stake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72491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34440" y="265176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Directed Improvement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9260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and effort flow toward domestic capacity, not temporary labor extraction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478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347472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Process, Place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34440" y="37490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High-capability American workers + advanced processes + domestic locations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Reality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86868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difficulty developing and retaining skilled trades and technical talent among American workers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dependence on temporary or short-cycle non-sovereign labor for core roles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51460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of institutional knowledge every time a rotation ends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33756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4747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and continuous-improvement capacity that never compounds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Questions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leadership team should be able to answer these: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Which role families are truly critical to our productive capacity over the next 3–5 years?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What percentage of those roles are filled by long-term American workers versus temporary or short-cycle non-sovereign labor?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Do we have deliberate pipelines (internal development, apprenticeships, veterans pathways, local partnerships) that produce American talent for those roles?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Are we measuring success by capability growth and retention — or primarily by time-to-fill and labor cost?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Competing Models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005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SHORT-CYCLE LABOR MODEL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“How do we keep the seats filled at the lowest possible cost?”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6517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Optimizes for speed-to-fill, cost-per-hire, and maximum labor flexibility — often via temporary non-sovereign labor.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77724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005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CAPABILITY 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83480" y="1554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“How do we build a workforce that gets better every year and makes the operation harder to copy?”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26517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Optimizes for compounding capability, knowledge retention, and high-skill American talent.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Example – Sovereign Workforce in Action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Transportation / Freedom Haulers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Rather than treating CDL driving roles as a permanent temporary-labor problem, the department is actively removing non-sovereign drivers and expanding pathways for American veterans who already possess the relevant experience through programs such as Freedom Haulers.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approach simultaneously strengthens the domestic workforce and contributes to a more secure supply chain.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06324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what a sovereign workforce strategy looks like in practice: identify the critical capability, stop defaulting to short-cycle non-sovereign labor, and deliberately build an American pipeline that compounds skill and reliability over time.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Hamiltonian Redesign Principles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talent development as investment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of American talent in critical roles is a strategic investment in productive capacity, not merely a cost.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deliberate pipelines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mobility, apprenticeships, veterans pathways, and local partnerships that produce people who stay long enough to master and improve the work.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what matters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growth, retention of high performers, contribution to innovation, and reduction in dependence on temporary non-sovereign labor.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technology to elevate roles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eliminates low-value tasks while expanding higher-skill American roles in engineering, maintenance, and continuous improvement.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one critical role family.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current reality — how these roles are actually filled today.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sketch what a deliberate 3–5 year American talent pipeline would need to include: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Sources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Development steps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154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Retention logic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Success metrics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Highest-Leverage Moves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247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80160" y="10515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two or three role families most critical to long-term productive capacity and measure how dependent they currently are on temporary or short-cycle non-sovereign labor.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219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21488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one concrete pipeline action (internal development, apprenticeship, veterans pathway, or local partnership) that begins reducing that dependence within 12 months.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1927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246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the redesigned workforce strategy with the full series: Canvas → OKRs → Operating Model → Value Streams → Workforce.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Complete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371600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  →  OKRs  →  Operating Model  →  Value Streams  →  Workforce Strategy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tool now points in the same direction —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sovereign American productive capability.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concrete 90-day execution plan or ongoing Chief of Staff-style implementation support, reach out directly.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840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@7SwanSwimming  ·  512-423-5448  ·  joshua@digitalknowledge.net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Digital Knowledge / Patriots Locked In and In Control.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5 — Hamiltonian Workforce Strategy</dc:title>
  <dc:subject>PptxGenJS Presentation</dc:subject>
  <dc:creator>Joshua Konkle</dc:creator>
  <cp:lastModifiedBy>Joshua Konkle</cp:lastModifiedBy>
  <cp:revision>1</cp:revision>
  <dcterms:created xsi:type="dcterms:W3CDTF">2026-08-17T14:49:40Z</dcterms:created>
  <dcterms:modified xsi:type="dcterms:W3CDTF">2026-08-17T14:49:40Z</dcterms:modified>
</cp:coreProperties>
</file>