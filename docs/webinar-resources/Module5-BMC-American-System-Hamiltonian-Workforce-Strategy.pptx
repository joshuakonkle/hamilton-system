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MODULE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Sovereign American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Pipelines &amp; Productive Capability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on the difference between managing headcount and building sovereign capability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frame for redesigning workforce strategy around American talent pipelines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policy example of sovereign workforce action in progress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exercise to map one critical role family and begin building a real pipeline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Series Arc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this point the full arc is clear: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600200" cy="21031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554480"/>
            <a:ext cx="1600200" cy="21031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94560" y="23774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as a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554480"/>
            <a:ext cx="1600200" cy="21031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23774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+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1554480"/>
            <a:ext cx="1600200" cy="21031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23774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Streams / Lean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554480"/>
            <a:ext cx="1600200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06640" y="23774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Strategy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Productive Pragmatism Frame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strategy is no longer a support function — it is one of the primary ways an organization builds or erodes long-term competitive position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Productive 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276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capabilities controlled and staffed inside the United States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&amp; Capability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591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real skill among American citizens with long-term stake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Improvement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0906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development of American talent as investment in productive capacity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Place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Workforce, operating model, and location decisions reinforce one another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difficulty developing and retaining skilled trades and technical talent among American workers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73152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dependence on temporary or short-cycle non-sovereign labor for core roles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institutional knowledge every time a rotation ends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continuous-improvement capacity that never compounds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leadership team should be able to answer these: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Which role families are truly critical to our productive capacity over the next 3–5 years?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percentage of those roles are filled by long-term American workers versus temporary or short-cycle non-sovereign labor?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Do we have deliberate pipelines (internal development, apprenticeships, veterans pathways, local partnerships) that produce American talent for those roles?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Are we measuring success by capability growth and retention of high performers, or primarily by time-to-fill and labor cost?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Competing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2004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SHORT-CYCLE LABOR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we keep the seats filled at the lowest possible cost?”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speed-to-fill, cost-per-hire, and maximum labor flexibility — often via temporary non-sovereign labor.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200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CAPABILITY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we build a workforce that gets better every year and makes the operation harder to copy?”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926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compounding capability, knowledge retention, and high-skill American talent.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Example – Sovereign Workforce in Action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3832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Transportation / Freedom Haulers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treating CDL driving roles as a permanent temporary-labor problem, the department is actively removing non-sovereign drivers and expanding pathways for American veterans who already possess the relevant experience through programs such as Freedom Haulers.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approach simultaneously strengthens the domestic workforce and contributes to a more secure supply chain.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what a sovereign workforce strategy looks like in practice: identify the critical capability, stop defaulting to short-cycle non-sovereign labor, and deliberately build an American pipeline that compounds skill and reliability over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Hamiltonian Redesign Principles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talent development as investment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American talent in critical roles is a strategic investment in productive capacity, not merely a cost.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deliberate pipelines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mobility, apprenticeships, veterans pathways, and local partnerships that produce people who stay long enough to master and improve the work.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what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98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growth, retention of high performers, contribution to innovation, and reduction in dependence on temporary non-sovereign labor.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technology to elevate roles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767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eliminates low-value tasks while expanding higher-skill American roles in engineering, maintenance, and continuous improvement.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critical role family.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current reality — how these roles are actually filled today.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sketch what a deliberate 3–5 year American talent pipeline would need to include: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Development steps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Retention logic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 metrics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two or three role families most critical to long-term productive capacity and measure how dependent they currently are on temporary or short-cycle non-sovereign labor.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one concrete pipeline action (internal development, apprenticeship, veterans pathway, or local partnership) that begins reducing that dependence within 12 months.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the redesigned workforce strategy with the full series: Canvas → OKRs → Operating Model → Value Streams → Workforce.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Complete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 →  OKRs  →  Operating Model  →  Value Streams  →  Workforce Strategy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tool now points in the same direction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sovereign American productive capability.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concrete 90-day execution plan or ongoing Chief of Staff-style implementation support, reach out directly.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@7SwanSwimming  ·  512-423-5448  ·  joshua@digitalknowledge.net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Sovereign American Workforce Strategy</dc:title>
  <dc:subject>Webinar Module 5 – Skills, Pipelines &amp; Productive Capability</dc:subject>
  <dc:creator>Joshua Konkle</dc:creator>
  <cp:lastModifiedBy>Joshua Konkle</cp:lastModifiedBy>
  <cp:revision>1</cp:revision>
  <dcterms:created xsi:type="dcterms:W3CDTF">2026-08-06T13:52:31Z</dcterms:created>
  <dcterms:modified xsi:type="dcterms:W3CDTF">2026-08-06T13:52:31Z</dcterms:modified>
</cp:coreProperties>
</file>