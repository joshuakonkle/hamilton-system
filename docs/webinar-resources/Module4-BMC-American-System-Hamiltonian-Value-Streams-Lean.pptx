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MODULE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Updating Value Stream Mapping &amp; Lean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Hamiltonian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Productive American Capability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·  Chief of Staff Strategist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Will Leave With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73152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on the original intent of Value Stream Mapping and Lean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73152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diagnosis of where modern practice has drifted into pure cost-out logic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73152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Principles for redefining value and waste around productive sovereignty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73152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practical exercise you can apply to one real value stream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Intent vs. Modern Drift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023360" cy="320040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INTENT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value flow.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waste.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the system so it serves the customer better over time.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4023360" cy="32004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DRIFT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primarily for lower unit labor cost and greater headcount flexibility — often through temporary labor or offshored steps.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Productive Pragmatism Frame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continuous-improvement system — including Lean — must be re-oriented to these principles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2801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Productive Base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control critical capabilities inside the United States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2057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Merit &amp; Capability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3317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real skill among American citizens with long-term stake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8346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 Improvement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1089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improvement points toward domestic capacity, not temporary labor extraction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6118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Process, Place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8862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High-capability American workers + advanced processes + domestic locations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Reality for Lean Practitioners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Improvements that simply reduce headcount or increase dependence on short-cycle non-sovereign labor undermine long-term capability.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Questions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Which steps in our value streams are truly critical to long-term productive capacity?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Do current improvement efforts increase or decrease our dependence on short-cycle non-sovereign labor?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Are we treating workforce stability and knowledge retention as value, or as cost to be minimized?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611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Does our definition of “waste” include loss of institutional knowledge?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Redefining Value &amp; Waste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023360" cy="320040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AS VALUE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Building domestic productive capacity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High-skill American roles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Knowledge retention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Innovation capacity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Workforce stability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4023360" cy="32004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AS WASTE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Knowledge that walks out with every temporary rotation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Processes that only run with constant low-skill churn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Improvements that increase strategic fragility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Contrast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Cost-Out Lean asks: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do we do this with fewer or cheaper hours?”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8229600" cy="1371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7889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Capability-Building Lean asks: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do we improve this value stream so it strengthens American productive capacity and creates higher-skill domestic roles?”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Example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43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or agricultural robotics that handle repetitive physical tasks can reduce dependence on low-skill temporary labor while creating higher-skill American employment in: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Robotics engineering &amp; systems integration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Deployment and process control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Maintenance and continuous improvement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value-stream design should deliberately capture that higher-skill work.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Test You Can Run This Week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value stream you already know. Walk it and ask only two questions at each major step: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8229600" cy="109728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Does this step increase or decrease our dependence on short-cycle or temporary non-sovereign labor?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If we improved this step, would the improvement create higher-skill American work or simply remove hours?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one existing value stream.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two or three points where current improvement logic still optimizes for labor arbitrage or pure cost reduction.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how those points could be redesigned so the same Lean tools drive sovereign capability instead.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Highest-Leverage Moves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640080" cy="6400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105156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one major value stream for hidden dependence on short-cycle non-sovereign labor or pure cost-out logic.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640080" cy="6400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71600" y="2103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Redefine value and waste for that stream so capability growth and domestic productive strength are explicit.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640080" cy="6400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315468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the redesigned value stream with the Business Model Canvas, OKR system, and Operating Model already covered.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Series Arc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  →  OKRs  →  Operating Model  →  Value Streams  →  Workforce Strategy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would like support turning these ideas into a concrete 90-day execution plan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ongoing Chief of Staff-style implementation help, reach out directly.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@7SwanSwimming  ·  512-423-5448  ·  joshua@digitalknowledge.net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Value Stream Mapping &amp; Lean for the Hamiltonian System</dc:title>
  <dc:subject>Webinar Module 4 – Building Productive American Capability</dc:subject>
  <dc:creator>Joshua Konkle</dc:creator>
  <cp:lastModifiedBy>Joshua Konkle</cp:lastModifiedBy>
  <cp:revision>1</cp:revision>
  <dcterms:created xsi:type="dcterms:W3CDTF">2026-08-06T13:42:53Z</dcterms:created>
  <dcterms:modified xsi:type="dcterms:W3CDTF">2026-08-06T13:42:53Z</dcterms:modified>
</cp:coreProperties>
</file>