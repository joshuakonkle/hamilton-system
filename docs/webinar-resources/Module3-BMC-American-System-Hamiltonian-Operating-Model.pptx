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MODULE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Redesigning Your Operating Model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Hamiltonian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64592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AI-Enabled Work and Sovereign American Capability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·  Chief of Staff Strategist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Will Leave With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0332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on what an operating model actually is and why it matters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562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frame for redesigning work so AI and automation elevate American roles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7919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principles for capability-building vs. pure cost-out design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exercise you can apply to one major workflow this week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Operating Models Matter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operating model defines how work is designed, how decisions are made, how performance is measured, and how improvement happens.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everyday system that either builds or erodes capability.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86000"/>
            <a:ext cx="91440" cy="18288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603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current operating models still reflect the financialization and labor-arbitrage era. Adjusting headcount or adding tools while leaving the underlying model unchanged often creates more complexity without more capability.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Productive Pragmatism Frame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model is the system that either advances or undermines these principles every day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Productive Base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801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control critical capabilities inside the United States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82880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&amp; Capability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real skill among American citizens with long-term stake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249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265176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Directed Improvement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9260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and effort flow toward domestic capacity, not temporary labor extraction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478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47472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Process, Place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37490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High-capability American workers + advanced processes + domestic locations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Reality for Operating Design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229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reliance on temporary or short-cycle non-sovereign labor for core roles embeds fragility into the operating model itself: knowledge walks out the door, continuous improvement stalls, and innovation capacity erodes.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Questions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Which roles and workflows are truly critical to productive capacity over the next 3–5 years?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Does our current operating model depend on short-cycle non-sovereign labor for those workflows?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Are we designing work so that American talent can grow into higher-skill roles?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Or are we designing work that assumes continuous low-skill churn?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Capability in the Operating Model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work sits shapes who can own it, improve it, and carry institutional knowledge forward. Offshored or temporary-heavy designs make continuous improvement harder and raise strategic risk.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91440" cy="20116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Hamiltonian test: Does this location and staffing pattern strengthen domestic productive capacity and high-skill American roles — or does it lock in permanent dependence on short-cycle non-sovereign labor?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AI-Enabled Work — Elevate, Don’t Only Eliminate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AI-native team structures roles around high-leverage human judgment, rapid iteration, and clear ownership of outcomes. Technology handles volume and repetition; people concentrate on direction, quality, integration, and improvement.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logic applies inside manufacturing, supply chain, and technical operations: use AI and automation to eliminate low-value work while expanding the number of high-skill American roles that design, maintain, and continuously improve the system.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Structure High-Leverage 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sets direction, makes judgment calls, and integrates the work. Specialized agents handle depth, volume, and rapid iteration across research, drafting, and analysis — producing integrated outputs far faster than traditional methods while keeping strategic control firmly human.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377440"/>
            <a:ext cx="91440" cy="173736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517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practical pattern, not a product pitch: technology absorbs volume; people own direction, standards, and final release — the same split that should govern how operating models use AI on the shop floor and in the office.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Example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or agricultural robotics that handle repetitive physical tasks can reduce dependence on low-skill temporary labor while creating higher-skill American employment in robotics engineering, deployment, maintenance, and process optimization.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model should be designed to capture that higher-skill work rather than simply bank the labor-cost reduction.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difference between using technology as a headcount-reduction tool and using it as a capability-building tool.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one major workflow or function in your organization.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how the operating model around it could be redesigned so that AI and automation increase sovereign American capability instead of simply reducing headcount.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Does the redesigned work expand higher-skill American roles, or does it primarily eliminate hours?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Highest-Leverage Moves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247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one critical workflow and identify where the current operating model still depends on short-cycle non-sovereign labor or pure cost arbitrage.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219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21488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Redefine success metrics for that workflow so they reward capability growth and domestic productive strength.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192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the redesigned operating model with the Business Model Canvas (Module 1) and OKR system (Module 2).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  |  Chief of Staff 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371600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 →  OKRs  →  Operating Model  →  Value Streams  →  Workforce Strategy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would like support turning these ideas into a concrete 90-day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ongoing Chief of Staff-style implementation help, reach out directly.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Joshua Konkle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@7SwanSwimming  ·  512-423-5448  ·  joshua@digitalknowledge.net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Digital Knowledge / Patriots Locked In and In Control.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Hamiltonian Operating Model</dc:title>
  <dc:subject>PptxGenJS Presentation</dc:subject>
  <dc:creator>Joshua Konkle</dc:creator>
  <cp:lastModifiedBy>Joshua Konkle</cp:lastModifiedBy>
  <cp:revision>1</cp:revision>
  <dcterms:created xsi:type="dcterms:W3CDTF">2026-08-17T14:49:39Z</dcterms:created>
  <dcterms:modified xsi:type="dcterms:W3CDTF">2026-08-17T14:49:39Z</dcterms:modified>
</cp:coreProperties>
</file>