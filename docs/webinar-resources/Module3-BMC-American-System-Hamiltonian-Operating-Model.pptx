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MODULE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Redesigning Your Operating Model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Hamiltonian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Work and Sovereign American Capability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what an operating model actually is and why it matters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 for redesigning work so AI and automation elevate American roles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principles for capability-building vs. pure cost-out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exercise you can apply to one major workflow this week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Operating Models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operating model defines how work is designed, how decisions are made, how performance is measured, and how improvement happens.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everyday system that either builds or erodes capability.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current operating models still reflect the financialization and labor-arbitrage era. Adjusting headcount or adding tools while leaving the underlying model unchanged often creates more complexity without more capability.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Productive Pragmatism Frame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 is the system that either advances or undermines these principles every 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control critical capabilities inside the United States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American citizens with long-term stake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and technology flow toward domestic capacity, not temporary labor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High-capability American workers + advanced processes + domestic locations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Reality for Operating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temporary or short-cycle non-sovereign labor for core roles embeds fragility into the operating model itself: knowledge walks out the door, continuous improvement stalls, and innovation capacity erodes.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roles and workflows are truly critical to productive capacity over the next 3–5 years?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Does our current operating model depend on short-cycle non-sovereign labor for those workflows?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Are we designing work so that American talent can grow into higher-skill roles?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Or are we designing work that assumes continuous low-skill churn?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Operating Model Must Align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domestic production footprint paired with an operating model still built for labor arbitrage will underperform.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Conversely, an operating model designed for high-capability American work supports the case for domestic capacity and a more secure supply chain.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decisions reinforce each other — or quietly undermine each other.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 Redesign Principles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 American Roles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work so AI and automation remove low-value activity and shift people into higher-skill roles (engineering, systems integration, maintenance, continuous improvement, oversight).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3152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Capability Explicit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capability growth and domestic productive strength as design criteria, not afterthoughts.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Governance &amp;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metrics, and improvement loops should reward productive sovereignty rather than pure cost extraction.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Ways of Working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effective AI-native approach pairs a high-capacity human operator with a coordinated team of specialized agents.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sets direction, makes judgment calls, and integrates the work. The agents handle depth, volume, and rapid iteration across research, drafting, and analysis — producing integrated outputs far faster than traditional methods while keeping strategic control firmly human.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logic applies inside manufacturing, supply chain, and technical operations: use AI and automation to eliminate low-value work while expanding the number of high-skill American roles that design, maintain, and continuously improve the system.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or agricultural robotics that handle repetitive physical tasks can reduce dependence on low-skill temporary labor while creating higher-skill American employment in robotics engineering, deployment, maintenance, and process optimization.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21031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 should be designed to capture that higher-skill work rather than simply bank the labor-cost reduction.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difference between using technology as a headcount-reduction tool and using it as a capability-building tool.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one major workflow or function in your organization.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how the operating model around it could be redesigned so that AI and automation increase sovereign American capability instead of simply reducing headcount.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Does the redesigned work expand higher-skill American roles, or does it primarily eliminate hours?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one critical workflow and identify where the current operating model still depends on short-cycle non-sovereign labor or pure cost arbitrage.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 success metrics for that workflow so they reward capability growth and domestic productive strength.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redesigned operating model with the Business Model Canvas (Module 1) and OKR system (Module 2).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Arc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 →  OKRs  →  Operating Model  →  Value Streams  →  Workforce Strategy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would like support turning these ideas into a concrete 90-day execution plan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ongoing Chief of Staff-style implementation help, reach out directly.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@7SwanSwimming  ·  512-423-5448  ·  joshua@digitalknowledge.net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Redesigning Your Operating Model for the Hamiltonian System</dc:title>
  <dc:subject>Webinar Module 3 – AI-Enabled Work and Sovereign American Capability</dc:subject>
  <dc:creator>Joshua Konkle</dc:creator>
  <cp:lastModifiedBy>Joshua Konkle</cp:lastModifiedBy>
  <cp:revision>1</cp:revision>
  <dcterms:created xsi:type="dcterms:W3CDTF">2026-08-06T13:31:13Z</dcterms:created>
  <dcterms:modified xsi:type="dcterms:W3CDTF">2026-08-06T13:31:13Z</dcterms:modified>
</cp:coreProperties>
</file>