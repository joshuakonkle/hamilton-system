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 WEBINAR MODULE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That Compounds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Vision/Traction Organizer (V/TO)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a Hamiltonian Filter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645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Entrepreneurial Operating System (EOS)  ·  Core Focus, Picture &amp; Productive Strength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·  Chief of Staff Strategist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Leave With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filter for reading your Vision/Traction Organizer (V/TO) through productive capacity — without rewriting the Entrepreneurial Operating System (EOS)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questions that surface whether Vision builds capability or only manages cost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failure-mode rule: permanent short-cycle temporary or visa labor assumptions on critical capacity are Vision risks, not neutral defaults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4290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90-day outline path and soft hand-off into Rocks, Scorecard, Process, and People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the EOS Series Arc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sets the picture. The rest of the system either compounds it or rents weakness.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/ V/TO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4028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Rocks as a System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3192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3212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2356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Processes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376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31520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/ Workforce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on native Entrepreneurial Operating System (EOS) tools — not a claim that EOS practice is the American System.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Hamiltonian Filter on Vision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is not only a growth story. It is the first place capacity is either designed in or designed out.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Productive Base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81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Focus and 3-Year Picture name capability controlled and strengthened inside the United States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Merit &amp; Capability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58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 rests on skill, process, and reliability — not only price or speed-to-fill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Improvement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035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1-Year Plan and Rocks include capacity outcomes, not only revenue or cost targets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Process, Place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813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assumptions about seats and labor are explicit — and tested as risks when weak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Reality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05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Vision/Traction Organizers (V/TOs) name market and revenue clearly — and stay silent on productive capacity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Focus can read as cost discipline while critical seats depend on short-cycle temporary or visa labor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60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Pictures grow headcount or sales without compounding skill or knowledge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37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lists stay quiet on capacity risk when the cost line still looks green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Questions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facts over aspirations. Yes / Partially / No is enough.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Core Focus name what we build or strengthen — not only who we sell to or how we cut cost?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3-Year Picture describe capability that compounds (skills, process, domestic strength)?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leadership state in one sentence how Vision reduces dependence on short-cycle temporary or visa labor — or admit it does not yet?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at least one Rock or annual priority tied to building capacity (pipeline, knowledge, critical seats)?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611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critical capacity is still designed around permanent short-cycle temporary or visa labor, is that named as a Vision risk?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Competing Vision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7F7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/ FILL VISION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“Grow revenue and keep labor flexible and cheap.”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Focus and Rocks optimize for cost and speed-to-fill. Capacity dependence on short-cycle temporary or visa labor stays implicit. Green cost hides eroding knowledge.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VISION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“Build capability that compounds and makes the operation harder to copy.”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24688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Focus names what we strengthen. Rocks include capacity outcomes. Permanent short-cycle temporary or visa labor on critical seats is treated as a Vision risk.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Vision/Traction Organizer (V/TO) Pages Under the Filter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pages. Different test. No rewrite of the Entrepreneurial Operating System (EOS) required.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Focus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0972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name productive capacity we build — not only market or cost posture?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Picture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7373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capability compound (skills, process, domestic strength), or only scale revenue?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Strategy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3774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differentiator something others cannot rent cheaply through temporary labor?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1-Year Plan / Rocks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0175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at least one priority explicitly capacity-linked (pipeline, knowledge, critical seats)?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List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365760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capacity and knowledge risks appear when cost still looks fine?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 — Vision Risk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417320"/>
          </a:xfrm>
          <a:prstGeom prst="roundRect">
            <a:avLst>
              <a:gd name="adj" fmla="val 3871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STANDARD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Vision/Traction Organizer (V/TO) still assumes critical capacity will be met by permanent short-cycle temporary or visa labor design, that assumption is named as a Vision risk — not left implicit.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73152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dependence never gets an owner, a Rock, or a Scorecard line.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73152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63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can stay green while institutional knowledge drains every rotation cycle.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73152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57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the risk is the first step to redesigning capacity into the picture.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in the Picture — Not Only in the Budget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Elevator Analogy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decades buildings required full-time elevator operators. The productive move was not cheaper operators — it was redesigning the system so passengers ran it themselves, and value moved into design, controls, and upkeep.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8229600" cy="2011680"/>
          </a:xfrm>
          <a:prstGeom prst="roundRect">
            <a:avLst>
              <a:gd name="adj" fmla="val 2727"/>
            </a:avLst>
          </a:prstGeom>
          <a:solidFill>
            <a:srgbClr val="F7F7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same logic to Vision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Vision that only optimizes labor cost is still thinking like cheaper operators. A Vision that compounds capacity redesigns how critical work is staffed, learned, and improved — and elevates American roles into engineering, maintenance, and continuous improvement rather than permanent short-cycle temporary or visa coverage.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Highest-Leverage Moves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the Vision/Traction Organizer (V/TO)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Underline every place Vision speaks only cost or fill language. Write one sentence on whether it reduces short-cycle temporary or visa labor dependence — or not yet.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risk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critical capacity is still designed as permanent short-cycle temporary or visa labor, put that on the Issues list as a Vision risk with an owner.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063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one Rock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4290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or rewrite one Rock tied to a capacity outcome (pipeline, knowledge retention, critical seat strength) and hand it toward Scorecard and People.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Vision Into the 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Vision/Traction Organizer (V/TO)  →  Rocks  →  Scorecard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Core Processes  →  People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that compounds capacity makes every later tool more useful.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3716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231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in the United States is not workforce-neutral.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design either builds lasting productive capacity or rents weakness.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free companion (diagnostic + 90-day outline) · Module 2 Rocks · paid 90-Day Sprint for deeper execution support.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·  @7SwanSwimming  ·  512-423-5448  ·  joshua@digitalknowledge.net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Digital Knowledge / Patriots Locked In and In Control.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EOS Module 1 — Vision That Compounds</dc:title>
  <dc:subject>PptxGenJS Presentation</dc:subject>
  <dc:creator>Joshua Konkle</dc:creator>
  <cp:lastModifiedBy>Joshua Konkle</cp:lastModifiedBy>
  <cp:revision>1</cp:revision>
  <dcterms:created xsi:type="dcterms:W3CDTF">2026-08-15T21:14:08Z</dcterms:created>
  <dcterms:modified xsi:type="dcterms:W3CDTF">2026-08-15T21:14:08Z</dcterms:modified>
</cp:coreProperties>
</file>